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4384000" cy="13716000"/>
  <p:notesSz cx="6858000" cy="9144000"/>
  <p:embeddedFontLst>
    <p:embeddedFont>
      <p:font typeface="Pretendard Bold"/>
      <p:bold r:id="rId14"/>
    </p:embeddedFont>
    <p:embeddedFont>
      <p:font typeface="Pretendard Regular"/>
      <p:regular r:id="rId15"/>
    </p:embeddedFont>
    <p:embeddedFont>
      <p:font typeface="Pretendard Medium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15" Target="fonts/font2.fntdata" Type="http://schemas.openxmlformats.org/officeDocument/2006/relationships/font"/><Relationship Id="rId16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png" Type="http://schemas.openxmlformats.org/officeDocument/2006/relationships/image"/><Relationship Id="rId19" Target="../media/image35.png" Type="http://schemas.openxmlformats.org/officeDocument/2006/relationships/image"/><Relationship Id="rId2" Target="../media/image20.png" Type="http://schemas.openxmlformats.org/officeDocument/2006/relationships/image"/><Relationship Id="rId20" Target="../media/image36.png" Type="http://schemas.openxmlformats.org/officeDocument/2006/relationships/image"/><Relationship Id="rId21" Target="../media/image37.png" Type="http://schemas.openxmlformats.org/officeDocument/2006/relationships/image"/><Relationship Id="rId22" Target="../media/image38.png" Type="http://schemas.openxmlformats.org/officeDocument/2006/relationships/image"/><Relationship Id="rId23" Target="../media/image39.png" Type="http://schemas.openxmlformats.org/officeDocument/2006/relationships/image"/><Relationship Id="rId24" Target="../media/image40.png" Type="http://schemas.openxmlformats.org/officeDocument/2006/relationships/image"/><Relationship Id="rId25" Target="../media/image41.png" Type="http://schemas.openxmlformats.org/officeDocument/2006/relationships/image"/><Relationship Id="rId26" Target="../media/image42.png" Type="http://schemas.openxmlformats.org/officeDocument/2006/relationships/image"/><Relationship Id="rId27" Target="../media/image43.png" Type="http://schemas.openxmlformats.org/officeDocument/2006/relationships/image"/><Relationship Id="rId28" Target="../media/image44.png" Type="http://schemas.openxmlformats.org/officeDocument/2006/relationships/image"/><Relationship Id="rId29" Target="../media/image45.png" Type="http://schemas.openxmlformats.org/officeDocument/2006/relationships/image"/><Relationship Id="rId3" Target="../media/image21.png" Type="http://schemas.openxmlformats.org/officeDocument/2006/relationships/image"/><Relationship Id="rId30" Target="../media/image46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4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67.png" Type="http://schemas.openxmlformats.org/officeDocument/2006/relationships/image"/><Relationship Id="rId13" Target="../media/image68.png" Type="http://schemas.openxmlformats.org/officeDocument/2006/relationships/image"/><Relationship Id="rId14" Target="../media/image69.png" Type="http://schemas.openxmlformats.org/officeDocument/2006/relationships/image"/><Relationship Id="rId15" Target="../media/image70.png" Type="http://schemas.openxmlformats.org/officeDocument/2006/relationships/image"/><Relationship Id="rId16" Target="../media/image71.png" Type="http://schemas.openxmlformats.org/officeDocument/2006/relationships/image"/><Relationship Id="rId17" Target="../media/image72.png" Type="http://schemas.openxmlformats.org/officeDocument/2006/relationships/image"/><Relationship Id="rId18" Target="../media/image73.png" Type="http://schemas.openxmlformats.org/officeDocument/2006/relationships/image"/><Relationship Id="rId19" Target="../media/image74.png" Type="http://schemas.openxmlformats.org/officeDocument/2006/relationships/image"/><Relationship Id="rId2" Target="../media/image58.png" Type="http://schemas.openxmlformats.org/officeDocument/2006/relationships/image"/><Relationship Id="rId20" Target="../media/image75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4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15" Target="../media/image87.png" Type="http://schemas.openxmlformats.org/officeDocument/2006/relationships/image"/><Relationship Id="rId16" Target="../media/image88.png" Type="http://schemas.openxmlformats.org/officeDocument/2006/relationships/image"/><Relationship Id="rId17" Target="../media/image89.png" Type="http://schemas.openxmlformats.org/officeDocument/2006/relationships/image"/><Relationship Id="rId18" Target="../media/image90.png" Type="http://schemas.openxmlformats.org/officeDocument/2006/relationships/image"/><Relationship Id="rId19" Target="../media/image91.png" Type="http://schemas.openxmlformats.org/officeDocument/2006/relationships/image"/><Relationship Id="rId2" Target="../media/image76.png" Type="http://schemas.openxmlformats.org/officeDocument/2006/relationships/image"/><Relationship Id="rId20" Target="../media/image92.png" Type="http://schemas.openxmlformats.org/officeDocument/2006/relationships/image"/><Relationship Id="rId3" Target="../media/image77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12" Target="../media/image100.png" Type="http://schemas.openxmlformats.org/officeDocument/2006/relationships/image"/><Relationship Id="rId13" Target="../media/image101.png" Type="http://schemas.openxmlformats.org/officeDocument/2006/relationships/image"/><Relationship Id="rId14" Target="../media/image102.png" Type="http://schemas.openxmlformats.org/officeDocument/2006/relationships/image"/><Relationship Id="rId15" Target="../media/image103.png" Type="http://schemas.openxmlformats.org/officeDocument/2006/relationships/image"/><Relationship Id="rId16" Target="../media/image104.png" Type="http://schemas.openxmlformats.org/officeDocument/2006/relationships/image"/><Relationship Id="rId17" Target="../media/image105.png" Type="http://schemas.openxmlformats.org/officeDocument/2006/relationships/image"/><Relationship Id="rId18" Target="../media/image106.png" Type="http://schemas.openxmlformats.org/officeDocument/2006/relationships/image"/><Relationship Id="rId19" Target="../media/image107.png" Type="http://schemas.openxmlformats.org/officeDocument/2006/relationships/image"/><Relationship Id="rId2" Target="../media/image93.png" Type="http://schemas.openxmlformats.org/officeDocument/2006/relationships/image"/><Relationship Id="rId3" Target="../media/image94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95.png" Type="http://schemas.openxmlformats.org/officeDocument/2006/relationships/image"/><Relationship Id="rId7" Target="../media/image96.png" Type="http://schemas.openxmlformats.org/officeDocument/2006/relationships/image"/><Relationship Id="rId8" Target="../media/image97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png" Type="http://schemas.openxmlformats.org/officeDocument/2006/relationships/image"/><Relationship Id="rId12" Target="../media/image115.png" Type="http://schemas.openxmlformats.org/officeDocument/2006/relationships/image"/><Relationship Id="rId13" Target="../media/image116.png" Type="http://schemas.openxmlformats.org/officeDocument/2006/relationships/image"/><Relationship Id="rId14" Target="../media/image117.png" Type="http://schemas.openxmlformats.org/officeDocument/2006/relationships/image"/><Relationship Id="rId15" Target="../media/image118.png" Type="http://schemas.openxmlformats.org/officeDocument/2006/relationships/image"/><Relationship Id="rId16" Target="../media/image119.png" Type="http://schemas.openxmlformats.org/officeDocument/2006/relationships/image"/><Relationship Id="rId17" Target="../media/image120.png" Type="http://schemas.openxmlformats.org/officeDocument/2006/relationships/image"/><Relationship Id="rId18" Target="../media/image121.png" Type="http://schemas.openxmlformats.org/officeDocument/2006/relationships/image"/><Relationship Id="rId19" Target="../media/image122.png" Type="http://schemas.openxmlformats.org/officeDocument/2006/relationships/image"/><Relationship Id="rId2" Target="../media/image108.png" Type="http://schemas.openxmlformats.org/officeDocument/2006/relationships/image"/><Relationship Id="rId20" Target="../media/image123.png" Type="http://schemas.openxmlformats.org/officeDocument/2006/relationships/image"/><Relationship Id="rId3" Target="../media/image94.png" Type="http://schemas.openxmlformats.org/officeDocument/2006/relationships/image"/><Relationship Id="rId4" Target="../media/image62.png" Type="http://schemas.openxmlformats.org/officeDocument/2006/relationships/image"/><Relationship Id="rId5" Target="../media/image109.png" Type="http://schemas.openxmlformats.org/officeDocument/2006/relationships/image"/><Relationship Id="rId6" Target="../media/image110.png" Type="http://schemas.openxmlformats.org/officeDocument/2006/relationships/image"/><Relationship Id="rId7" Target="../media/image4.png" Type="http://schemas.openxmlformats.org/officeDocument/2006/relationships/image"/><Relationship Id="rId8" Target="../media/image111.pn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4.png" Type="http://schemas.openxmlformats.org/officeDocument/2006/relationships/image"/><Relationship Id="rId3" Target="../media/image125.png" Type="http://schemas.openxmlformats.org/officeDocument/2006/relationships/image"/><Relationship Id="rId4" Target="../media/image126.png" Type="http://schemas.openxmlformats.org/officeDocument/2006/relationships/image"/><Relationship Id="rId5" Target="../media/image4.png" Type="http://schemas.openxmlformats.org/officeDocument/2006/relationships/image"/><Relationship Id="rId6" Target="../media/image1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60700" y="5334000"/>
            <a:ext cx="330200" cy="160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21000" y="5067300"/>
            <a:ext cx="5994400" cy="520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4445000"/>
            <a:ext cx="6184900" cy="3644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86100" y="3073400"/>
            <a:ext cx="2832100" cy="349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78500" y="3848100"/>
            <a:ext cx="2768600" cy="260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588000" y="5689600"/>
            <a:ext cx="2959100" cy="278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946400" y="5867400"/>
            <a:ext cx="2946400" cy="262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756400" y="9359900"/>
            <a:ext cx="2146300" cy="163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01800" y="3975100"/>
            <a:ext cx="2146300" cy="2692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594100" y="8331200"/>
            <a:ext cx="431800" cy="1625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477000" y="9245600"/>
            <a:ext cx="457200" cy="1587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79600" y="5791200"/>
            <a:ext cx="6350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191000" y="8648700"/>
            <a:ext cx="457200" cy="1638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909300" y="5105400"/>
            <a:ext cx="11976100" cy="3302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036300" y="11328400"/>
            <a:ext cx="119761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5300" y="419100"/>
            <a:ext cx="23431500" cy="161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2933700"/>
            <a:ext cx="7048500" cy="4305300"/>
          </a:xfrm>
          <a:prstGeom prst="rect">
            <a:avLst/>
          </a:prstGeom>
          <a:effectLst>
            <a:outerShdw dir="5400000" dist="165359" blurRad="150477">
              <a:srgbClr val="CDD9ED">
                <a:alpha val="41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10000" y="2501900"/>
            <a:ext cx="990600" cy="990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6800" y="4724400"/>
            <a:ext cx="64897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36000"/>
          </a:blip>
          <a:stretch>
            <a:fillRect/>
          </a:stretch>
        </p:blipFill>
        <p:spPr>
          <a:xfrm rot="0">
            <a:off x="1066800" y="4889500"/>
            <a:ext cx="6502400" cy="168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66800" y="3810000"/>
            <a:ext cx="6489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937000" y="2628900"/>
            <a:ext cx="749300" cy="749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38600" y="2768600"/>
            <a:ext cx="533400" cy="406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674100" y="2933700"/>
            <a:ext cx="7048500" cy="4305300"/>
          </a:xfrm>
          <a:prstGeom prst="rect">
            <a:avLst/>
          </a:prstGeom>
          <a:effectLst>
            <a:outerShdw dir="5400000" dist="165359" blurRad="150477">
              <a:srgbClr val="CDD9ED">
                <a:alpha val="41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40800" y="4724400"/>
            <a:ext cx="64897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>
            <a:alphaModFix amt="36000"/>
          </a:blip>
          <a:stretch>
            <a:fillRect/>
          </a:stretch>
        </p:blipFill>
        <p:spPr>
          <a:xfrm rot="0">
            <a:off x="8940800" y="4889500"/>
            <a:ext cx="6502400" cy="1689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940800" y="3810000"/>
            <a:ext cx="64897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84000" y="2501900"/>
            <a:ext cx="990600" cy="990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798300" y="2628900"/>
            <a:ext cx="749300" cy="749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912600" y="2768600"/>
            <a:ext cx="5334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48100" y="2933700"/>
            <a:ext cx="7048500" cy="4305300"/>
          </a:xfrm>
          <a:prstGeom prst="rect">
            <a:avLst/>
          </a:prstGeom>
          <a:effectLst>
            <a:outerShdw dir="5400000" dist="165359" blurRad="150477">
              <a:srgbClr val="CDD9ED">
                <a:alpha val="41000"/>
              </a:srgbClr>
            </a:outerShdw>
          </a:effectLst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827500" y="4724400"/>
            <a:ext cx="6489700" cy="1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>
            <a:alphaModFix amt="36000"/>
          </a:blip>
          <a:stretch>
            <a:fillRect/>
          </a:stretch>
        </p:blipFill>
        <p:spPr>
          <a:xfrm rot="0">
            <a:off x="16827500" y="4889500"/>
            <a:ext cx="6502400" cy="1689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827500" y="3810000"/>
            <a:ext cx="6489700" cy="571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583400" y="2501900"/>
            <a:ext cx="990600" cy="990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697700" y="2628900"/>
            <a:ext cx="749300" cy="749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812000" y="2768600"/>
            <a:ext cx="533400" cy="406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91100" y="8420100"/>
            <a:ext cx="7048500" cy="4305300"/>
          </a:xfrm>
          <a:prstGeom prst="rect">
            <a:avLst/>
          </a:prstGeom>
          <a:effectLst>
            <a:outerShdw dir="5400000" dist="165359" blurRad="150477">
              <a:srgbClr val="CDD9ED">
                <a:alpha val="41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13700" y="7988300"/>
            <a:ext cx="990600" cy="990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57800" y="10210800"/>
            <a:ext cx="6489700" cy="12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3">
            <a:alphaModFix amt="36000"/>
          </a:blip>
          <a:stretch>
            <a:fillRect/>
          </a:stretch>
        </p:blipFill>
        <p:spPr>
          <a:xfrm rot="0">
            <a:off x="5257800" y="10375900"/>
            <a:ext cx="6502400" cy="128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257800" y="9296400"/>
            <a:ext cx="6489700" cy="571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128000" y="8115300"/>
            <a:ext cx="749300" cy="749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8242300" y="8255000"/>
            <a:ext cx="533400" cy="406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65100" y="8420100"/>
            <a:ext cx="7048500" cy="4305300"/>
          </a:xfrm>
          <a:prstGeom prst="rect">
            <a:avLst/>
          </a:prstGeom>
          <a:effectLst>
            <a:outerShdw dir="5400000" dist="165359" blurRad="150477">
              <a:srgbClr val="CDD9ED">
                <a:alpha val="41000"/>
              </a:srgbClr>
            </a:outerShdw>
          </a:effectLst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144500" y="10210800"/>
            <a:ext cx="6489700" cy="12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7">
            <a:alphaModFix amt="36000"/>
          </a:blip>
          <a:stretch>
            <a:fillRect/>
          </a:stretch>
        </p:blipFill>
        <p:spPr>
          <a:xfrm rot="0">
            <a:off x="13144500" y="10375900"/>
            <a:ext cx="6502400" cy="1333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144500" y="9296400"/>
            <a:ext cx="6489700" cy="571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87700" y="7988300"/>
            <a:ext cx="990600" cy="990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002000" y="8115300"/>
            <a:ext cx="749300" cy="749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16300" y="8255000"/>
            <a:ext cx="533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01700" y="1397000"/>
            <a:ext cx="2667000" cy="2692400"/>
          </a:xfrm>
          <a:prstGeom prst="rect">
            <a:avLst/>
          </a:prstGeom>
          <a:effectLst>
            <a:outerShdw dir="5400000" dist="163849" blurRad="106502">
              <a:srgbClr val="344096">
                <a:alpha val="16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99300" y="1447800"/>
            <a:ext cx="7213600" cy="1085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5143500"/>
            <a:ext cx="5626100" cy="264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48000"/>
          </a:blip>
          <a:stretch>
            <a:fillRect/>
          </a:stretch>
        </p:blipFill>
        <p:spPr>
          <a:xfrm rot="0">
            <a:off x="749300" y="8089900"/>
            <a:ext cx="5626100" cy="177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36000"/>
          </a:blip>
          <a:stretch>
            <a:fillRect/>
          </a:stretch>
        </p:blipFill>
        <p:spPr>
          <a:xfrm rot="0">
            <a:off x="14833600" y="2743200"/>
            <a:ext cx="8915400" cy="233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833600" y="1917700"/>
            <a:ext cx="89154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36000"/>
          </a:blip>
          <a:stretch>
            <a:fillRect/>
          </a:stretch>
        </p:blipFill>
        <p:spPr>
          <a:xfrm rot="0">
            <a:off x="14833600" y="8610600"/>
            <a:ext cx="8915400" cy="233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833600" y="7785100"/>
            <a:ext cx="89154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76300" y="1447800"/>
            <a:ext cx="2794000" cy="3441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5400000">
            <a:off x="977900" y="6832600"/>
            <a:ext cx="109220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5300" y="4991100"/>
            <a:ext cx="5626100" cy="279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48000"/>
          </a:blip>
          <a:stretch>
            <a:fillRect/>
          </a:stretch>
        </p:blipFill>
        <p:spPr>
          <a:xfrm rot="0">
            <a:off x="495300" y="8089900"/>
            <a:ext cx="5626100" cy="173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921500" y="1397000"/>
            <a:ext cx="16484600" cy="2247900"/>
          </a:xfrm>
          <a:prstGeom prst="rect">
            <a:avLst/>
          </a:prstGeom>
          <a:effectLst>
            <a:outerShdw dir="5400000" dist="86223" blurRad="78462">
              <a:srgbClr val="CDD9ED">
                <a:alpha val="41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91400" y="2120900"/>
            <a:ext cx="15532100" cy="71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21500" y="4064000"/>
            <a:ext cx="5295900" cy="8255000"/>
          </a:xfrm>
          <a:prstGeom prst="rect">
            <a:avLst/>
          </a:prstGeom>
          <a:effectLst>
            <a:outerShdw dir="5400000" dist="203697" blurRad="185364">
              <a:srgbClr val="CDD9ED">
                <a:alpha val="41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54000"/>
          </a:blip>
          <a:stretch>
            <a:fillRect/>
          </a:stretch>
        </p:blipFill>
        <p:spPr>
          <a:xfrm rot="-10800000">
            <a:off x="7175500" y="5676900"/>
            <a:ext cx="47879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175500" y="4572000"/>
            <a:ext cx="4787900" cy="57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59000"/>
          </a:blip>
          <a:stretch>
            <a:fillRect/>
          </a:stretch>
        </p:blipFill>
        <p:spPr>
          <a:xfrm rot="0">
            <a:off x="7175500" y="5918200"/>
            <a:ext cx="48006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509500" y="4051300"/>
            <a:ext cx="5295900" cy="8255000"/>
          </a:xfrm>
          <a:prstGeom prst="rect">
            <a:avLst/>
          </a:prstGeom>
          <a:effectLst>
            <a:outerShdw dir="5400000" dist="203697" blurRad="185364">
              <a:srgbClr val="CDD9ED">
                <a:alpha val="41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alphaModFix amt="54000"/>
          </a:blip>
          <a:stretch>
            <a:fillRect/>
          </a:stretch>
        </p:blipFill>
        <p:spPr>
          <a:xfrm rot="-10800000">
            <a:off x="12763500" y="5664200"/>
            <a:ext cx="47879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763500" y="4559300"/>
            <a:ext cx="4787900" cy="571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alphaModFix amt="59000"/>
          </a:blip>
          <a:stretch>
            <a:fillRect/>
          </a:stretch>
        </p:blipFill>
        <p:spPr>
          <a:xfrm rot="0">
            <a:off x="12763500" y="5905500"/>
            <a:ext cx="4800600" cy="2755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097500" y="4051300"/>
            <a:ext cx="5295900" cy="8255000"/>
          </a:xfrm>
          <a:prstGeom prst="rect">
            <a:avLst/>
          </a:prstGeom>
          <a:effectLst>
            <a:outerShdw dir="5400000" dist="203697" blurRad="185364">
              <a:srgbClr val="CDD9ED">
                <a:alpha val="41000"/>
              </a:srgbClr>
            </a:outerShdw>
          </a:effectLst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54000"/>
          </a:blip>
          <a:stretch>
            <a:fillRect/>
          </a:stretch>
        </p:blipFill>
        <p:spPr>
          <a:xfrm rot="-10800000">
            <a:off x="18351500" y="5664200"/>
            <a:ext cx="4787900" cy="12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351500" y="4559300"/>
            <a:ext cx="4787900" cy="571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>
            <a:alphaModFix amt="59000"/>
          </a:blip>
          <a:stretch>
            <a:fillRect/>
          </a:stretch>
        </p:blipFill>
        <p:spPr>
          <a:xfrm rot="0">
            <a:off x="18351500" y="5905500"/>
            <a:ext cx="480060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5400000">
            <a:off x="673100" y="6858000"/>
            <a:ext cx="115443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5300" y="2400300"/>
            <a:ext cx="2781300" cy="2489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5300" y="4991100"/>
            <a:ext cx="5626100" cy="279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48000"/>
          </a:blip>
          <a:stretch>
            <a:fillRect/>
          </a:stretch>
        </p:blipFill>
        <p:spPr>
          <a:xfrm rot="0">
            <a:off x="495300" y="8089900"/>
            <a:ext cx="5626100" cy="133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946900" y="1079500"/>
            <a:ext cx="5397500" cy="350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23700" y="1092200"/>
            <a:ext cx="11836400" cy="3505200"/>
          </a:xfrm>
          <a:prstGeom prst="rect">
            <a:avLst/>
          </a:prstGeom>
          <a:effectLst>
            <a:outerShdw dir="5400000" dist="134709" blurRad="122585">
              <a:srgbClr val="CDD9ED">
                <a:alpha val="41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344400" y="1511300"/>
            <a:ext cx="10807700" cy="711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59000"/>
          </a:blip>
          <a:stretch>
            <a:fillRect/>
          </a:stretch>
        </p:blipFill>
        <p:spPr>
          <a:xfrm rot="0">
            <a:off x="12344400" y="2336800"/>
            <a:ext cx="10807700" cy="180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46900" y="5105400"/>
            <a:ext cx="5397500" cy="3505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23700" y="5118100"/>
            <a:ext cx="11836400" cy="3505200"/>
          </a:xfrm>
          <a:prstGeom prst="rect">
            <a:avLst/>
          </a:prstGeom>
          <a:effectLst>
            <a:outerShdw dir="5400000" dist="134709" blurRad="122585">
              <a:srgbClr val="CDD9ED">
                <a:alpha val="41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344400" y="5537200"/>
            <a:ext cx="10807700" cy="711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>
            <a:alphaModFix amt="59000"/>
          </a:blip>
          <a:stretch>
            <a:fillRect/>
          </a:stretch>
        </p:blipFill>
        <p:spPr>
          <a:xfrm rot="0">
            <a:off x="12344400" y="6362700"/>
            <a:ext cx="10807700" cy="1803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946900" y="9131300"/>
            <a:ext cx="5397500" cy="3505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823700" y="9144000"/>
            <a:ext cx="11836400" cy="3505200"/>
          </a:xfrm>
          <a:prstGeom prst="rect">
            <a:avLst/>
          </a:prstGeom>
          <a:effectLst>
            <a:outerShdw dir="5400000" dist="134709" blurRad="122585">
              <a:srgbClr val="CDD9ED">
                <a:alpha val="41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344400" y="9550400"/>
            <a:ext cx="10807700" cy="711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>
            <a:alphaModFix amt="59000"/>
          </a:blip>
          <a:stretch>
            <a:fillRect/>
          </a:stretch>
        </p:blipFill>
        <p:spPr>
          <a:xfrm rot="0">
            <a:off x="12344400" y="10375900"/>
            <a:ext cx="108077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281400" y="1447800"/>
            <a:ext cx="7213600" cy="387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6300" y="1447800"/>
            <a:ext cx="2794000" cy="34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99300" y="1447800"/>
            <a:ext cx="7213600" cy="387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5400000">
            <a:off x="977900" y="6832600"/>
            <a:ext cx="109220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95300" y="4991100"/>
            <a:ext cx="5626100" cy="279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48000"/>
          </a:blip>
          <a:stretch>
            <a:fillRect/>
          </a:stretch>
        </p:blipFill>
        <p:spPr>
          <a:xfrm rot="0">
            <a:off x="495300" y="8089900"/>
            <a:ext cx="5626100" cy="168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099300" y="4800600"/>
            <a:ext cx="7213600" cy="7505700"/>
          </a:xfrm>
          <a:prstGeom prst="rect">
            <a:avLst/>
          </a:prstGeom>
          <a:effectLst>
            <a:outerShdw dir="5400000" dist="277317" blurRad="252359">
              <a:srgbClr val="CDD9ED">
                <a:alpha val="41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54000"/>
          </a:blip>
          <a:stretch>
            <a:fillRect/>
          </a:stretch>
        </p:blipFill>
        <p:spPr>
          <a:xfrm rot="-10800000">
            <a:off x="7556500" y="6413500"/>
            <a:ext cx="62738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556500" y="5308600"/>
            <a:ext cx="6273800" cy="57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59000"/>
          </a:blip>
          <a:stretch>
            <a:fillRect/>
          </a:stretch>
        </p:blipFill>
        <p:spPr>
          <a:xfrm rot="0">
            <a:off x="7556500" y="6654800"/>
            <a:ext cx="6286500" cy="4102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281400" y="4800600"/>
            <a:ext cx="7213600" cy="7505700"/>
          </a:xfrm>
          <a:prstGeom prst="rect">
            <a:avLst/>
          </a:prstGeom>
          <a:effectLst>
            <a:outerShdw dir="5400000" dist="277317" blurRad="252359">
              <a:srgbClr val="CDD9ED">
                <a:alpha val="41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alphaModFix amt="54000"/>
          </a:blip>
          <a:stretch>
            <a:fillRect/>
          </a:stretch>
        </p:blipFill>
        <p:spPr>
          <a:xfrm rot="-10800000">
            <a:off x="16751300" y="6413500"/>
            <a:ext cx="62738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6060000">
            <a:off x="14871700" y="6413500"/>
            <a:ext cx="876300" cy="1651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751300" y="5308600"/>
            <a:ext cx="6273800" cy="571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>
            <a:alphaModFix amt="59000"/>
          </a:blip>
          <a:stretch>
            <a:fillRect/>
          </a:stretch>
        </p:blipFill>
        <p:spPr>
          <a:xfrm rot="0">
            <a:off x="16751300" y="6654800"/>
            <a:ext cx="6286500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5400000">
            <a:off x="6743700" y="6832600"/>
            <a:ext cx="10922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1778000" y="6858000"/>
            <a:ext cx="208280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699500" y="3365500"/>
            <a:ext cx="6985000" cy="6985000"/>
          </a:xfrm>
          <a:prstGeom prst="rect">
            <a:avLst/>
          </a:prstGeom>
          <a:effectLst>
            <a:outerShdw dir="5400000" dist="268654" blurRad="244475">
              <a:srgbClr val="CDD9ED">
                <a:alpha val="41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029700" y="3695700"/>
            <a:ext cx="6350000" cy="635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706100" y="2705100"/>
            <a:ext cx="3022600" cy="269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8000" y="1066800"/>
            <a:ext cx="1790700" cy="179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802600" y="1066800"/>
            <a:ext cx="1790700" cy="1790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78000" y="7061200"/>
            <a:ext cx="1727200" cy="1727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677400" y="4965700"/>
            <a:ext cx="5080000" cy="435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36000"/>
          </a:blip>
          <a:stretch>
            <a:fillRect/>
          </a:stretch>
        </p:blipFill>
        <p:spPr>
          <a:xfrm rot="0">
            <a:off x="1778000" y="4267200"/>
            <a:ext cx="6743700" cy="1866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78000" y="3390900"/>
            <a:ext cx="6743700" cy="63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>
            <a:alphaModFix amt="36000"/>
          </a:blip>
          <a:stretch>
            <a:fillRect/>
          </a:stretch>
        </p:blipFill>
        <p:spPr>
          <a:xfrm rot="0">
            <a:off x="1778000" y="10426700"/>
            <a:ext cx="6743700" cy="186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78000" y="9550400"/>
            <a:ext cx="67437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>
            <a:alphaModFix amt="36000"/>
          </a:blip>
          <a:stretch>
            <a:fillRect/>
          </a:stretch>
        </p:blipFill>
        <p:spPr>
          <a:xfrm rot="0">
            <a:off x="15862300" y="4267200"/>
            <a:ext cx="6769100" cy="186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5862300" y="3390900"/>
            <a:ext cx="67691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0"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8900" y="13563600"/>
            <a:ext cx="245745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3563600"/>
            <a:ext cx="121920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10700" y="5981700"/>
            <a:ext cx="5600700" cy="177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